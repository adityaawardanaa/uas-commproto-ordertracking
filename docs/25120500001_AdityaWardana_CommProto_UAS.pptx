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797F94-54CA-4312-A3F8-0AD08B751F2C}">
  <a:tblStyle styleId="{FC797F94-54CA-4312-A3F8-0AD08B751F2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10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hyperlink" Target="https://github.com/AdityaaWardanaa/UAS-CommProto-OrderTracking" TargetMode="External"/><Relationship Id="rId6" Type="http://schemas.openxmlformats.org/officeDocument/2006/relationships/hyperlink" Target="https://youtu.be/0NUGug2JsgE" TargetMode="External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4000" y="3373625"/>
            <a:ext cx="7004000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85544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Task &amp; Order Tracking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71641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Implementasi REST API &amp; n8n untuk Manajemen Pesanan Percetakan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878662" y="3716535"/>
            <a:ext cx="444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Aditya Wardana</a:t>
            </a:r>
            <a:r>
              <a:rPr b="0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(NIM: 25120500001)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878662" y="3964185"/>
            <a:ext cx="444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Program Studi Sains Data - Universitas Cakrawala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878650" y="4211825"/>
            <a:ext cx="6434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https://github.com/AdityaaWardanaa/UAS-CommProto-OrderTracking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78662" y="4459485"/>
            <a:ext cx="444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https://youtu.be/0NUGug2JsgE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78662" y="3735585"/>
            <a:ext cx="2381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78662" y="3983235"/>
            <a:ext cx="2381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78662" y="4230885"/>
            <a:ext cx="2381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78662" y="4478535"/>
            <a:ext cx="23812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30835"/>
            <a:ext cx="5286375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20002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Masalah Bisnis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2447925"/>
            <a:ext cx="52863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Proses manual dalam pelacakan pesanan percetakan (banner, stiker, jilid) menyebabkan inefisiensi komunikasi antara admin dan bagian produksi. Status pesanan sering kali tidak transparan bagi pelanggan.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4021335"/>
            <a:ext cx="51506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Use Case 4: Task/Order Tracking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4307085"/>
            <a:ext cx="4905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Sistem otomatisasi untuk mencatat, memperbarui, dan melacak status pesanan secara real-time.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PROBLEM &amp; USE CASE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ARCHITECTURE CANVAS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 title="architecture canvas.png"/>
          <p:cNvPicPr preferRelativeResize="0"/>
          <p:nvPr/>
        </p:nvPicPr>
        <p:blipFill rotWithShape="1">
          <a:blip r:embed="rId4">
            <a:alphaModFix/>
          </a:blip>
          <a:srcRect b="0" l="0" r="0" t="10603"/>
          <a:stretch/>
        </p:blipFill>
        <p:spPr>
          <a:xfrm>
            <a:off x="905174" y="1289525"/>
            <a:ext cx="10381651" cy="522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91025"/>
            <a:ext cx="2109787" cy="712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1787" y="4391025"/>
            <a:ext cx="2109787" cy="7122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16"/>
          <p:cNvGraphicFramePr/>
          <p:nvPr/>
        </p:nvGraphicFramePr>
        <p:xfrm>
          <a:off x="571500" y="1714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{FC797F94-54CA-4312-A3F8-0AD08B751F2C}</a:tableStyleId>
              </a:tblPr>
              <a:tblGrid>
                <a:gridCol w="1205050"/>
                <a:gridCol w="2757625"/>
                <a:gridCol w="5278350"/>
                <a:gridCol w="1807975"/>
              </a:tblGrid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Endpoint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 / 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 Code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/api/orders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Membuat pesanan cetak baru (Payload JSON)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201 Created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/api/orders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Menarik seluruh riwayat pesanan (Listing)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200 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/api/orders/{id}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Melacak status pesanan spesifik (Tracking)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404 if invalid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6"/>
          <p:cNvSpPr/>
          <p:nvPr/>
        </p:nvSpPr>
        <p:spPr>
          <a:xfrm>
            <a:off x="571500" y="2276475"/>
            <a:ext cx="1205061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1776561" y="2276475"/>
            <a:ext cx="2757636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534197" y="2276475"/>
            <a:ext cx="5278338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9812535" y="2276475"/>
            <a:ext cx="1807964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71500" y="2890837"/>
            <a:ext cx="12050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1776561" y="2890837"/>
            <a:ext cx="275763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534197" y="2890837"/>
            <a:ext cx="52783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9812535" y="2890837"/>
            <a:ext cx="18079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1500" y="3490912"/>
            <a:ext cx="12050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1776561" y="3490912"/>
            <a:ext cx="275763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534197" y="3490912"/>
            <a:ext cx="52783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9812535" y="3490912"/>
            <a:ext cx="18079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4090987"/>
            <a:ext cx="12050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776561" y="4090987"/>
            <a:ext cx="275763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534197" y="4090987"/>
            <a:ext cx="52783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9812535" y="4090987"/>
            <a:ext cx="18079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4533900"/>
            <a:ext cx="163353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Inisiator: </a:t>
            </a: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Postman Desktop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109912" y="4533900"/>
            <a:ext cx="16335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Gateway: </a:t>
            </a: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n8n Webhook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ENDPOINT &amp; ACTION DESIGN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9941"/>
            <a:ext cx="3492549" cy="2550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29941"/>
            <a:ext cx="3492549" cy="2550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29941"/>
            <a:ext cx="3492549" cy="2550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915691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57250" y="3487191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Success: 201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57250" y="3972966"/>
            <a:ext cx="2921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JSON Payload pesanan banner berhasil diproses dan disimpan ke database lokal melalui n8n.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915691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4635549" y="3487191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Failure: 400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35549" y="3972966"/>
            <a:ext cx="2921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 menolak request karena 'Invalid Fields' (Atribut JSON tidak sesuai dengan skema allowed).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915691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8413849" y="3487191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Failure: 404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413849" y="3972966"/>
            <a:ext cx="29210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Pencarian order ID fiktif (99999) mengembalikan respons 'Order Not Found'.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TESTING EVIDENCE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title="POST1 201CREAT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8325" y="1254450"/>
            <a:ext cx="5183102" cy="3239151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21000" fadeDir="5400012" kx="0" rotWithShape="0" algn="bl" stA="69000" stPos="0" sy="-100000" ky="0"/>
          </a:effectLst>
        </p:spPr>
      </p:pic>
      <p:sp>
        <p:nvSpPr>
          <p:cNvPr id="171" name="Google Shape;171;p18"/>
          <p:cNvSpPr txBox="1"/>
          <p:nvPr/>
        </p:nvSpPr>
        <p:spPr>
          <a:xfrm>
            <a:off x="952500" y="215265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n8n Execution Logs: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Merekam riwayat traffic secara otomatis (timestamp, payload, response).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52500" y="296227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Wireshark Sniffing: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Validasi integritas data pada layer network (TCP Port 8088).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52500" y="377190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Reliability: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API tetap stabil dan mampu memberikan pesan error informatif saat input tidak valid.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907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00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100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OBSERVABILITY &amp; RELIABILITY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0300"/>
            <a:ext cx="52863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857250" y="2686050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Kesimpulan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57250" y="3171825"/>
            <a:ext cx="4714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Integrasi n8n dan REST API berhasil mengotomatisasi alur pelacakan pesanan dengan visibilitas data yang tinggi (Observability).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334125" y="240030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Limitation &amp; Improvement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15125" y="28289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Limit: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Belum ada layer autentikasi (API Key/JWT).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715125" y="335280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Improve: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Implementasi Notifikasi WhatsApp via n8n saat status pesanan berubah.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715125" y="41624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Improve: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Migrasi database ke PostgreSQL container.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670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3909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20052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CONCLUSION &amp; FUTURE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571500" y="5943600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Terima Kasih - UAS Communication Protocols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